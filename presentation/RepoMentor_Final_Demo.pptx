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ace673f8d044d3" /><Relationship Type="http://schemas.openxmlformats.org/officeDocument/2006/relationships/extended-properties" Target="/docProps/app.xml" Id="R138d0ff8153744ee" /><Relationship Type="http://schemas.openxmlformats.org/officeDocument/2006/relationships/officeDocument" Target="/ppt/presentation.xml" Id="R6c220743343d4f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baafd1fbd47bf"/>
  </p:sldMasterIdLst>
  <p:notesMasterIdLst>
    <p:notesMasterId xmlns:r="http://schemas.openxmlformats.org/officeDocument/2006/relationships" r:id="R7bab89faf1154cd8"/>
  </p:notesMasterIdLst>
  <p:sldIdLst>
    <p:sldId xmlns:r="http://schemas.openxmlformats.org/officeDocument/2006/relationships" id="256" r:id="R6ae7cad5530a434d"/>
    <p:sldId xmlns:r="http://schemas.openxmlformats.org/officeDocument/2006/relationships" id="257" r:id="R25f7034513e2451f"/>
    <p:sldId xmlns:r="http://schemas.openxmlformats.org/officeDocument/2006/relationships" id="258" r:id="Rf00abb4107354ed8"/>
    <p:sldId xmlns:r="http://schemas.openxmlformats.org/officeDocument/2006/relationships" id="259" r:id="R2ba7a6bc7da34c16"/>
    <p:sldId xmlns:r="http://schemas.openxmlformats.org/officeDocument/2006/relationships" id="260" r:id="Re633208d5e07415f"/>
    <p:sldId xmlns:r="http://schemas.openxmlformats.org/officeDocument/2006/relationships" id="261" r:id="R88a006ed63c140a1"/>
    <p:sldId xmlns:r="http://schemas.openxmlformats.org/officeDocument/2006/relationships" id="262" r:id="Rd3f2a5ce5a5642c5"/>
    <p:sldId xmlns:r="http://schemas.openxmlformats.org/officeDocument/2006/relationships" id="263" r:id="R41519fcf22ac4b21"/>
    <p:sldId xmlns:r="http://schemas.openxmlformats.org/officeDocument/2006/relationships" id="264" r:id="R73631e5e587b47cd"/>
    <p:sldId xmlns:r="http://schemas.openxmlformats.org/officeDocument/2006/relationships" id="265" r:id="R7fd92b07b43342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ae70580f148d7" /><Relationship Type="http://schemas.openxmlformats.org/officeDocument/2006/relationships/slideMaster" Target="/ppt/slideMasters/slideMaster1.xml" Id="R1b1baafd1fbd47bf" /><Relationship Type="http://schemas.openxmlformats.org/officeDocument/2006/relationships/notesMaster" Target="/ppt/notesMasters/notesMaster1.xml" Id="R7bab89faf1154cd8" /><Relationship Type="http://schemas.openxmlformats.org/officeDocument/2006/relationships/presProps" Target="/ppt/presProps.xml" Id="R9cd263e32b534324" /><Relationship Type="http://schemas.openxmlformats.org/officeDocument/2006/relationships/viewProps" Target="/ppt/viewProps.xml" Id="R19f5f5330a9d4567" /><Relationship Type="http://schemas.openxmlformats.org/officeDocument/2006/relationships/tableStyles" Target="/ppt/tableStyles.xml" Id="Rd89779fde3354184" /><Relationship Type="http://schemas.openxmlformats.org/officeDocument/2006/relationships/slide" Target="/ppt/slides/slide1.xml" Id="R6ae7cad5530a434d" /><Relationship Type="http://schemas.openxmlformats.org/officeDocument/2006/relationships/slide" Target="/ppt/slides/slide2.xml" Id="R25f7034513e2451f" /><Relationship Type="http://schemas.openxmlformats.org/officeDocument/2006/relationships/slide" Target="/ppt/slides/slide3.xml" Id="Rf00abb4107354ed8" /><Relationship Type="http://schemas.openxmlformats.org/officeDocument/2006/relationships/slide" Target="/ppt/slides/slide4.xml" Id="R2ba7a6bc7da34c16" /><Relationship Type="http://schemas.openxmlformats.org/officeDocument/2006/relationships/slide" Target="/ppt/slides/slide5.xml" Id="Re633208d5e07415f" /><Relationship Type="http://schemas.openxmlformats.org/officeDocument/2006/relationships/slide" Target="/ppt/slides/slide6.xml" Id="R88a006ed63c140a1" /><Relationship Type="http://schemas.openxmlformats.org/officeDocument/2006/relationships/slide" Target="/ppt/slides/slide7.xml" Id="Rd3f2a5ce5a5642c5" /><Relationship Type="http://schemas.openxmlformats.org/officeDocument/2006/relationships/slide" Target="/ppt/slides/slide8.xml" Id="R41519fcf22ac4b21" /><Relationship Type="http://schemas.openxmlformats.org/officeDocument/2006/relationships/slide" Target="/ppt/slides/slide9.xml" Id="R73631e5e587b47cd" /><Relationship Type="http://schemas.openxmlformats.org/officeDocument/2006/relationships/slide" Target="/ppt/slides/slide10.xml" Id="R7fd92b07b433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aff702631f45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6e56661f2a43c9" /><Relationship Type="http://schemas.openxmlformats.org/officeDocument/2006/relationships/notesMaster" Target="/ppt/notesMasters/notesMaster1.xml" Id="R90d46991a6b5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2585d0731489e" /><Relationship Type="http://schemas.openxmlformats.org/officeDocument/2006/relationships/notesMaster" Target="/ppt/notesMasters/notesMaster1.xml" Id="R013e0f73649744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6109ca88844ee" /><Relationship Type="http://schemas.openxmlformats.org/officeDocument/2006/relationships/notesMaster" Target="/ppt/notesMasters/notesMaster1.xml" Id="R81a2567a45424d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5811fb90ec4a5f" /><Relationship Type="http://schemas.openxmlformats.org/officeDocument/2006/relationships/notesMaster" Target="/ppt/notesMasters/notesMaster1.xml" Id="Reda88de0787a45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12bbb680804190" /><Relationship Type="http://schemas.openxmlformats.org/officeDocument/2006/relationships/notesMaster" Target="/ppt/notesMasters/notesMaster1.xml" Id="R1030a006bd8c4b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7b70087c654553" /><Relationship Type="http://schemas.openxmlformats.org/officeDocument/2006/relationships/notesMaster" Target="/ppt/notesMasters/notesMaster1.xml" Id="R9b453b299a1b4c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5ac98f9d2480b" /><Relationship Type="http://schemas.openxmlformats.org/officeDocument/2006/relationships/notesMaster" Target="/ppt/notesMasters/notesMaster1.xml" Id="R3d4086d94a1f4f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2aa711d18942ae" /><Relationship Type="http://schemas.openxmlformats.org/officeDocument/2006/relationships/notesMaster" Target="/ppt/notesMasters/notesMaster1.xml" Id="R53919bb2910f4d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5da0feebf94998" /><Relationship Type="http://schemas.openxmlformats.org/officeDocument/2006/relationships/notesMaster" Target="/ppt/notesMasters/notesMaster1.xml" Id="R3e9fd31f02244e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41c72ef77645bf" /><Relationship Type="http://schemas.openxmlformats.org/officeDocument/2006/relationships/notesMaster" Target="/ppt/notesMasters/notesMaster1.xml" Id="Rad2cd741418a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fc79abf4149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18b3ad4b644160" /><Relationship Type="http://schemas.openxmlformats.org/officeDocument/2006/relationships/slideLayout" Target="/ppt/slideLayouts/slideLayout1.xml" Id="Rfa8204f5a51548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8204f5a51548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1dde32e804ef0" /><Relationship Type="http://schemas.openxmlformats.org/officeDocument/2006/relationships/notesSlide" Target="/ppt/notesSlides/notesSlide1.xml" Id="Rece1a72eb3c542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121d801c94986" /><Relationship Type="http://schemas.openxmlformats.org/officeDocument/2006/relationships/notesSlide" Target="/ppt/notesSlides/notesSlide2.xml" Id="R575cc850c22349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cd938ab7b4db9" /><Relationship Type="http://schemas.openxmlformats.org/officeDocument/2006/relationships/notesSlide" Target="/ppt/notesSlides/notesSlide3.xml" Id="R6b30fe0263b242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eeb3de1bf4649" /><Relationship Type="http://schemas.openxmlformats.org/officeDocument/2006/relationships/notesSlide" Target="/ppt/notesSlides/notesSlide4.xml" Id="R79e5105ad52b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860e738548a0" /><Relationship Type="http://schemas.openxmlformats.org/officeDocument/2006/relationships/notesSlide" Target="/ppt/notesSlides/notesSlide5.xml" Id="R62a9e7476f9546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3042da4d84abb" /><Relationship Type="http://schemas.openxmlformats.org/officeDocument/2006/relationships/notesSlide" Target="/ppt/notesSlides/notesSlide6.xml" Id="R846282ff4fa645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1d4777bb84d39" /><Relationship Type="http://schemas.openxmlformats.org/officeDocument/2006/relationships/notesSlide" Target="/ppt/notesSlides/notesSlide7.xml" Id="R4d8bfd356e7f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debf1b99490d" /><Relationship Type="http://schemas.openxmlformats.org/officeDocument/2006/relationships/notesSlide" Target="/ppt/notesSlides/notesSlide8.xml" Id="R775c9c99743142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c956da9054d1b" /><Relationship Type="http://schemas.openxmlformats.org/officeDocument/2006/relationships/notesSlide" Target="/ppt/notesSlides/notesSlide9.xml" Id="Rebbc533337ba45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b46bf878e418c" /><Relationship Type="http://schemas.openxmlformats.org/officeDocument/2006/relationships/notesSlide" Target="/ppt/notesSlides/notesSlide10.xml" Id="R3206a244cf2144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FB164F6-DCE7-4F4D-AC99-D6DD0EA4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FB07C67-8139-49F9-B8FF-779CCB5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5F2102-FCBA-4FA2-B089-F1C5981A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E0373-455F-4459-8EE2-A8749E04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RepoMentor：基于结构感知的 GitHub 仓库学习 Agent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FF6E01-98FA-41BE-8A56-B65F98A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40752-8D36-4B93-B8D6-B467E3BF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487F-1293-4F71-A329-895530C6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D6911-28BF-469E-BC36-B9591C0D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基于 Repository Intelligence Graph 与 Evidence-grounded Workflow 的开源学习助手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8E568-A3FB-405C-AF82-2F7560A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展示重点：系统设计依据 + 架构亮点 + 迭代过程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A9773-D86B-4460-B562-4F40D9CD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13B30-AAC3-4F19-AC52-FB72AFD9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GitHub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F69E0-245C-4947-8041-A13B15A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67000"/>
            <a:ext cx="17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461D9-779D-4CBB-97EB-5AEA3EE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16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1D4E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C7600-A9DC-40DC-803A-0A1F6D1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RepoMentor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AD952-C0B4-43F6-A10F-5A3489A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17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E4156-E35B-4280-952B-7C38A539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16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87AA6-21CF-417A-9D6A-2A85A3C8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98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Learning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55AE9-2CA1-4CF5-B47D-59E9BBE4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67000"/>
            <a:ext cx="17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2714F-6B28-4EAC-A46A-2A751A3D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8125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77971-1971-43B5-B936-50CF3BD2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0985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Contribution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61F14-6B7D-44A4-B54A-48FFE9AC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4095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4968A-F353-4BEC-9A7A-C381AC9E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365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不是功能堆叠，而是有证据、有结构、有自检的仓库学习系统</a:t>
            </a:r>
          </a:p>
        </p:txBody>
      </p:sp>
    </p:spTree>
    <p:extLst>
      <p:ext uri="{BB962C8B-B14F-4D97-AF65-F5344CB8AC3E}">
        <p14:creationId xmlns:p14="http://schemas.microsoft.com/office/powerpoint/2010/main" val="17589884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2249531-F409-4D62-B210-F0EF525A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CF1551E-6D0A-4222-B1CE-C664BC4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209600-B7A3-4F7E-8D07-79DE4FFB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TASK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599FA-6504-4049-8328-A44A060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基于新贡献者学习瓶颈的任务目标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A10060-4783-49CA-A721-5CC7DC42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30C39-F9DF-49BF-802B-8B097E1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E21BF-B4A8-4AB3-946E-0B1AAAB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E18E2-962F-4BF0-8947-5AEAFCBA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D545D-0186-42DE-8695-FB47A19D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RepoMentor 对应能力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D0F3A-EA7F-40CD-8821-B39BA86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CBDC9-D1DB-41FB-86E3-9F9A8C62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E7DE3-39D3-4664-B48A-CF7A6B8D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信息分散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D5212-539B-4E49-A734-A2F5272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聚合仓库结构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F2F5A-D773-4730-BAAA-3DC415FE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F812B-F296-410F-96CF-16BDACAC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FE3C5-9745-4FB1-9BD9-0BE0E519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英文文档门槛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97FE6-0802-4318-9EAF-28C91036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保留术语锚点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65E98-1776-4D11-9EA2-8F00B2C1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8513B-1561-4906-B2E9-9CF16E9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CF1EC-0483-4709-8ADA-E0CF8D9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架构难理解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4EE2D-E03B-4A17-8FE5-79932C89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生成架构导览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CD834-F879-496D-A737-90210FF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D70CB-D856-4F9C-89CE-98EC1CF3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AB43C-9850-4F12-A07B-1C185E5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052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贡献入口不清楚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F42FC-3B93-4295-BBFF-31EAD2C1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推荐低风险任务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5B686-203C-4DAA-A57C-A916D02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47A174-7A67-44B8-9B40-3F53EC2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6186B-2934-4D04-A763-6BAA5D1E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910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AI 回答缺证据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AD2D77-2984-4FC8-BA94-38489F45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绑定 evidence 与 SelfCheck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B9525-5C82-44F2-8175-B4FFCB9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E05BB-7AC1-449F-8319-90E46DE4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CD57DA-8C06-4016-9793-7E1B19E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478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聚合仓库结构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29793E-493E-4F10-8C57-4D96C2C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764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对应左侧学习瓶颈，形成可验证的学习动作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187F4-64DE-4318-A413-34EE0865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3CBFE-70AF-4C19-A7B7-098CF6D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894B8-FFB5-44CB-91B3-488A844D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36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保留术语锚点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A25910-74E6-4279-ABB2-B7B1B9E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622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对应左侧学习瓶颈，形成可验证的学习动作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8C37DB-3F01-460E-8D4E-A556952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34AC7E-C7FE-4186-8ABA-74BC19D3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50AC75-138C-46F3-B2B8-32D396B7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194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生成架构导览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30E761-9624-46F7-A8CB-577B15E2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480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对应左侧学习瓶颈，形成可验证的学习动作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AEF41F-2F85-4EBF-94FF-9EEC8E9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BFAF54-BCD0-4A56-B89C-BE50E916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1BF121-596C-4F67-95F8-54FE42BB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052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推荐低风险任务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F5BE13-A2D5-4ACE-9547-391CB0F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对应左侧学习瓶颈，形成可验证的学习动作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09CB22-7A23-430E-A78A-F9DDD7A5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958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2BCD99-FF4A-4180-8E57-E01983E6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958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5111A2-772E-4BDD-AD07-EBB071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910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绑定 evidence 与 SelfCheck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C0A07A-8D62-4498-9B94-C00E4125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9675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对应左侧学习瓶颈，形成可验证的学习动作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EF9FE1-C585-4D46-8705-C7F11E1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86125"/>
            <a:ext cx="66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809304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964512E-422E-4C4A-B5A1-74082B28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250FC11-F3F8-44A3-BF16-5587ECE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CFCDB8-BEEE-4A0B-A00E-773C41B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DA7DC-0F60-4ACB-B7AF-25276F17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Orchestrator-Workers 的结构化 Agent 架构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174BC39-A1E1-4999-9AF1-B12854E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A2244-AAE4-409D-B6EA-C5205CD7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D9A90-73BF-4077-89DF-386F39BF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F8327-44CA-45DC-9F03-459D2A3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9B2C8-36DB-4822-AE93-3210DD6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D68CF-4411-4328-B9F4-45E0D3A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38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1A62B-1B26-40A4-AD5F-0BF8E69F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859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User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BFA5B-61B8-4740-A1B5-8DAA9D9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383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46CAA-A2B6-457E-9074-3DAABC9A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859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Debug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96FC-331C-4766-97E4-BC39DD2E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56FD2-BAC8-4510-B2A1-638B213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09E83-93E2-44C5-BE9F-2885FDD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BDAD5-271E-4049-B9AD-91F0D001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A61F4-169E-4DB5-AA2C-5554870D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0AB3F-8776-4FF5-A9B7-D13E3E2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18737-B6B4-44AD-8FAD-480A43D4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B6636-0622-4808-941C-623F872F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7DBBB-03CA-42E5-9DD6-55E928E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24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Debug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71335-486E-43AE-B644-D4A5FAAC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B55C3-BBCE-4DDD-AB97-B7084CB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69D95-390B-45A1-ABBD-C474E460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Agent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67C87-5FA6-4DDD-BCE2-B728B339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147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F0EBB-C354-49ED-ACBB-B568F784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33E652-FF80-404A-976F-465E8B2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147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BE13F-43BF-4E72-B795-75979B05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623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Repo Graph Worker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2946D-F758-45CA-8B43-CA235660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4E901-951B-4B48-ADDD-D82302B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623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Docs / Test / Issue Worker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9508D9-BC0F-4B00-BCA7-159B7F9C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F1C435-1646-4401-AF4A-AA41F29D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623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Evaluator / Optimizer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90D0F-15F4-4E84-A4AA-25CC54A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595066-D482-4F36-A142-117D0F3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AD5375-688D-40CF-96EE-0318B6D4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Data Layer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D39538-2E72-432C-84BC-3BD5EBB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529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9F488F-B7DA-4C8B-8242-5452213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005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Repository Intelligence Graph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512846-9C37-41F8-89D0-A01076F2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316EB4-E0B6-4FF3-9F8C-1080571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005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Hybrid Retrieval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BC8D0F-9121-45A2-B7FF-3BEA37B0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632B7B-74E1-4C7F-8C24-F2005B1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005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Shared Working Memory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A0E92E-18E3-4DDB-907B-8D79CBC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529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043FDE-5948-479D-B0FE-19672B45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005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Evidence Store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2FDAC9-B540-4D7C-93BF-50130191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BB3F2F-55A4-4304-ACE8-3D7F9D3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EE651C-AF7E-4A91-B6D7-E438CF7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Model Layer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F8E3F5-B15A-4108-B6C2-5BD929D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F11F8C-D01A-4E7B-A80E-F2C59777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387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Mock / DeepSeek Provider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26B106-FC25-432D-9283-B719904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911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BE0388-F9DB-4B07-9AC5-DD919E46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387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LangGraph：后续状态图升级方向</a:t>
            </a:r>
          </a:p>
        </p:txBody>
      </p:sp>
    </p:spTree>
    <p:extLst>
      <p:ext uri="{BB962C8B-B14F-4D97-AF65-F5344CB8AC3E}">
        <p14:creationId xmlns:p14="http://schemas.microsoft.com/office/powerpoint/2010/main" val="2414894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5C2B3B6-D653-4D3F-93AC-93F8EE0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54E08BE-DB94-4CB5-A39A-FD14F118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2E8BCE2-E1A8-444D-98AB-1EB38EF9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GRAPH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EEDBB-8A14-46CC-AC26-B8AE7AEB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Repository Intelligence Graph 的结构优先路线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62AEDE-6A46-4FF3-833E-12BA10A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BBD46-4F7C-4247-817A-5EC6B50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B2866-D99D-46D9-ADD9-28C3CCF3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0CF08-44B3-4285-8513-DCACBF5B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702A5-6272-44ED-AB06-AD68857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93E1C-8609-4A29-ACFA-B0E4C245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403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普通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2DEFA-0C39-4D71-BDC6-5FAA5288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03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文本片段 → 相似度检索 → 直接回答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8117F-CA69-409A-989E-BAF0EF3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22E48-C233-4C79-A066-721B087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文本片段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69EE1-129C-4076-B6EA-53FD58ED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05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2BC6C-F04F-4C49-AEB5-B6EAB10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52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相似度检索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4F071-2D0F-4058-9BBD-F0AE2E6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B3CE2-3BC1-4A18-BB5D-795C16B7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直接回答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9EF6E-1F9C-4DA9-8A45-0599946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05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0DED8-8DE9-4BD6-B96D-B5E831F7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容易碎片化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4C9DC-AC1F-476A-BD68-CADBD928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DF0C5-9832-410F-823B-5BFD35F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4445B-9196-4024-AF01-B7E37900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28800"/>
            <a:ext cx="403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RepoMentor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73F52-FC2E-4289-B457-96B75D82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403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Repository Graph → Evidence → Answer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007EA-BBFE-4D8A-B8DD-F47F70A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870FD-1338-4BB8-992D-5D26632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files / symbols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AA236-448C-4FE5-9313-05F287A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AD60D-A641-4DFF-8007-C62689DC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imports /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FD3A2-29B3-4E5D-B442-2CF750F6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051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37F02-E88D-427A-A441-487B28AD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docs / commands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31C07-7810-4456-B1B4-F109887A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051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C40127-0799-4AE0-A750-796159BB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evidence / 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3238D0-23B6-4F09-9068-93A478C1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1238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AB3BE-7683-4A07-8C1B-BC61FC8C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19375"/>
            <a:ext cx="95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先恢复结构</a:t>
            </a:r>
          </a:p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再解释与问答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FDA165-A9B2-4035-8A21-31D2F06C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核心差异：RepoMentor 把仓库事实组织成图谱，而不是只依赖文本片段。</a:t>
            </a:r>
          </a:p>
        </p:txBody>
      </p:sp>
    </p:spTree>
    <p:extLst>
      <p:ext uri="{BB962C8B-B14F-4D97-AF65-F5344CB8AC3E}">
        <p14:creationId xmlns:p14="http://schemas.microsoft.com/office/powerpoint/2010/main" val="1953796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A19859B-92BC-43F2-A9FF-BB61FEC1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AB35D98-E505-41E8-8523-CD33394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4A1B20-D1FD-4CEB-8F35-8E6364A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LEARNING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3391-AF31-4D95-BC58-29C9239E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基于任务化学习路径与渐进式脚手架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26BE7C-D8F3-47B2-ADCD-0E3F4BBA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F9FCC-1E81-4CF9-BEAC-ED8986A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E40AF-861C-4992-A7F2-30BF55FE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C2773-E44F-4336-B9EA-ECFA67B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D1025-F1E4-4C85-A265-A958142A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703CC-891F-499C-92CE-9428E2F4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C10B7-379E-458A-9FCA-B50EF0B8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这一步学会什么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7A835-4A9B-4245-ABC1-D0E02371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241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1D5D6-F287-46C9-B153-11B381A3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E0977-4DEE-4AFA-B534-D469916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F61A2-78B7-4729-AD32-EE432E5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0E2E9-ED61-47F0-8E61-87971F87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打开文件与运行命令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A33F6-CD90-42B0-AAAF-BC5575D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241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9D925-F709-4F5C-8722-01F1DD76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10713-BC7B-45AF-A0E6-875320DB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77669-72B8-4FCB-86DC-EBD45A0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D492F-98F3-4147-9A54-C7CE0FA8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应该看到什么输出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A7A13-26BB-48B6-A685-AF92DFBC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241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4BCF1-EAF2-4136-839F-217E411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15727-4219-4703-B1FB-5A05910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79F95-868B-4394-B9B1-F5534B8F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自检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943FE-4150-4550-B8E1-D5C9033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能否解释给别人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F6F56-E848-44C2-BC8F-8AB0A9B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11457-A66C-4E57-8DA3-70E6C32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运行 demo → 追踪入口文件 → 找到核心模块 → 对应测试自检</a:t>
            </a:r>
          </a:p>
        </p:txBody>
      </p:sp>
    </p:spTree>
    <p:extLst>
      <p:ext uri="{BB962C8B-B14F-4D97-AF65-F5344CB8AC3E}">
        <p14:creationId xmlns:p14="http://schemas.microsoft.com/office/powerpoint/2010/main" val="9543049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DE8ABAB-7E26-4381-A65D-50885F2A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E1155A1-C90E-42E3-9247-9B67A89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2B517A8-B6B8-4D92-AB9C-27F4C2CB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EXPLANATION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9D6C5-A096-480D-9B6E-17F0A24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Explanation Window 的架构讲解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179C8B1-B956-4C41-8DFC-A737261F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10BEE-A979-434A-A9C4-E81E6BF0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BB4DA-8335-4217-B887-17B27356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8F7CE-01C8-4433-8615-4A5A974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E4E8F-43DB-42AC-A0C9-BAEBC0FD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3830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Explanation Window：根据角色调整解释范围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41907-E264-4530-BF27-3BE3BB4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DC8E9-B9BA-4EA4-8AE5-61177F8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新手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BBF93-9339-40D5-A703-38545D68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F6EF4-86EB-4691-A888-AD18E9D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813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9977F-5C4D-4948-9B7C-8E819F0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7190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C1BFF-11FA-4517-936A-EF3AD74F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952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主流程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57E0B-4EC3-40F4-9001-6ED66B68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00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38E33-5A81-4884-8280-06006755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576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第一入口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1CA80-18F2-42AF-A115-D2140A13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40420-C6E7-48D1-BA58-FC9DC33D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贡献者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57F04-51E3-407C-BEBF-6C9304E2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51014-F498-417C-A3CF-44CC4A0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813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模块职责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1F818-98D8-483C-9836-50B61BDB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8DA5C-7599-4143-A74E-9C27ACC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1952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入口文件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317D5-8D46-4BC6-BF27-AF83D915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B3B53-D69B-4410-AE7F-3C07CC4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576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测试关系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8ED57-6867-4F6E-A06A-3F1CF0C7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9DC87-7490-4E7C-9253-A1FAB859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维护者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CB7CC-D407-4F83-9363-3165AF2D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4834F-7F93-44F1-BAE7-0A4B2E2A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813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架构边界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63111-4DB0-4237-9099-55D61EDA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9AB94-A766-40F9-BFE9-37C0234A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952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风险点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199A4-954E-46D1-878B-D59CECF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DCFF4-3616-4DDF-A3E6-34559D3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576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文档缺口</a:t>
            </a:r>
          </a:p>
        </p:txBody>
      </p:sp>
    </p:spTree>
    <p:extLst>
      <p:ext uri="{BB962C8B-B14F-4D97-AF65-F5344CB8AC3E}">
        <p14:creationId xmlns:p14="http://schemas.microsoft.com/office/powerpoint/2010/main" val="12992519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A04BE8F-B629-41F1-AC36-B270CB4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0A863FA-E5AE-4B39-B209-79A9E49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98EEDE-B97F-40CD-8A71-6B551254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BILINGUAL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3336-E179-4C2B-9C9A-20AF1AA1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Bilingual Learning Layer 与术语锚点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FD31F5-7B86-420C-ADF4-62AB815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74E29-56F2-4B6D-B5DA-6F5D9C52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285A0-BD3A-4489-8053-33F53C99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02C51-58DB-4B48-845F-1B1C80BF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714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E77ED-D9AB-4A38-B92C-51F64FF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AB75E-2BF2-455C-A032-716E117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1927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英文原文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326E0-00C1-4D10-9218-577DC4AA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62175"/>
            <a:ext cx="33718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Repository Intelligence Graph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Evidence-grounded Workflow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SelfCheck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command hallucination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9B816-5F1D-418B-A782-1ACB185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70FB3-9DF8-4696-B3A0-2FCC04A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714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61AC5-9D21-4C7B-B89C-688A39F0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30790-D45C-408C-9417-5EC30D06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1927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中文解释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53E2-4E97-477D-8A08-7B42BB53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62175"/>
            <a:ext cx="33718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仓库结构知识图谱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证据约束工作流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回答自检机制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命令幻觉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8286F-AE49-41B7-A96B-178D8C3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术语锚点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512BA-9EBA-4772-B105-13287E33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E4844-EFB1-4291-B224-335B60F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5053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English term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2FE65-36CD-444F-AE7B-DE4D32D0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07CA3-A6F3-4055-9CC9-8B2B4E7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053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中文解释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5709B-5F77-40E0-BA62-6DF159A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5BAE8-A9C2-4BFF-9F8A-EB2576A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053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source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D8213-A264-4BF4-A8FC-C2381A5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C7633-AB99-4B50-89ED-F21E23A6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053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command / path 保真</a:t>
            </a:r>
          </a:p>
        </p:txBody>
      </p:sp>
    </p:spTree>
    <p:extLst>
      <p:ext uri="{BB962C8B-B14F-4D97-AF65-F5344CB8AC3E}">
        <p14:creationId xmlns:p14="http://schemas.microsoft.com/office/powerpoint/2010/main" val="12923395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64BCF04-553E-48CD-879D-D2BC8A8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97CA15D-7D2A-412D-9114-04015D0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7CA4AE-6482-4F13-9D87-D53F16F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CONTRIBUTION FUNNEL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D2EC5-5D7C-479E-AED4-0BEC72D8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Contribution Funnel 与 First Issue 推荐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B447EE6-7B75-41D3-A6EE-291C9D97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6C167-CEF8-4163-9082-B1A9A424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8FC0-0F68-4A46-B174-3575ACD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CE6FC-B619-436C-BF7E-F781A92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476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E2828-2F80-44CF-94A9-156720CF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A4755-8E43-46DB-827C-39D9BB30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955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E4079-92E2-45A7-BA45-701D4370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1476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28DDD-542A-4C36-B57E-BD9ABE2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跑通项目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66EAD-3312-461C-83B7-F469C91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67334-55E0-4D75-BEE8-0EF7B5C3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1476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B5BEF-98BC-4C6B-8B83-37BA4FA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0DF5C-DFBF-4D58-8D32-DEE5B00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E4956-191F-4289-A514-3577238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476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55FF6-643A-41A4-9FFD-AD30264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识别影响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8E413-19EE-406E-B3F7-4FD64EF5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579EB-A179-4921-8606-3482BE1C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1476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394E2-15B3-4AE3-A0B1-A29B7EF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选择任务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89770-05FE-44B6-94FB-E83374E2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4DCC4-064E-477C-8F8B-3DE2937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1476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1FC99-399E-494F-97AF-68F5F1E7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准备贡献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110CA-0E34-4A26-B1B0-52B668D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9AE07-44FC-4D74-8569-264E3C5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D665F-A8D3-4CEA-A2AC-B979D3C5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57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任务来源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83F4A-21FA-4051-BE24-BF74410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00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有 open issue：推荐真实 Issue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D51BB3-5419-4395-8DDD-76E3FAB7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C3B7E1-A7F2-4E2C-9201-E167801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92AD7-D507-4C4D-A47A-FF452068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任务来源 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D8C4B5-F6F3-4C43-8C25-5B19BF5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346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无 open issue：生成 internal first tasks</a:t>
            </a:r>
          </a:p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低风险、可验证，不伪造 Issue</a:t>
            </a:r>
          </a:p>
        </p:txBody>
      </p:sp>
    </p:spTree>
    <p:extLst>
      <p:ext uri="{BB962C8B-B14F-4D97-AF65-F5344CB8AC3E}">
        <p14:creationId xmlns:p14="http://schemas.microsoft.com/office/powerpoint/2010/main" val="6586555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E19410F-A98E-4784-9113-D5712169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58C5BAA-7199-469D-9C2D-8154370C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C01C84-174F-4579-977F-F31B03EC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A8E3E-71BC-4EE0-AD42-9F92EAB7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Evidence-grounded Answer 与 SelfCheck 的可信问答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13ED04-B96D-4369-83F6-E31787AD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F47EA-1CAB-427E-9DB7-D3E8055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2C3A1-2B14-45F8-8F6D-512D7540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22052-72BC-40A7-890F-706F6D5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033BB-FFA0-4BD0-8580-F7547CAA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812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Answer 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C36A9-B024-4E71-8122-7C73E70B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ACA3D-1ADB-477C-B9EF-42E0C46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9526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4E70C-4CB6-4EDF-9955-89F1EA31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812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Evidence 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DB868-0E50-4A88-BDA0-3B162AF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145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B25E5-1F21-42C1-8783-31CA502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526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2022D-1C45-4FF6-A1E7-0270B1CB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812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SelfCheck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5635F-9052-4A1B-9896-253C219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3FFA9-DF1E-4151-8245-DC4A68A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526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1AC66-6CA4-4612-A86C-4F2C3E6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FinalAnswer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4311C-D4A2-46BE-A23A-31C14AC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79DAE-4B42-4A3C-BED8-DA2136C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337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command hallucination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CA8CC-FEE6-4F2E-B8B6-E8B8E8FD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5049D-1407-4312-ABEB-2EF575FB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file hallucination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68C32-4209-4845-ABEA-53559019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AE73A-437F-491B-8266-480827A6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337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issue hallucination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47F22-7BC1-4ACE-A38E-6211F31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40F14-0598-4E10-BD02-3A09D0F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909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missing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0B68F-82B4-4459-9D57-778DDBA0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33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D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EEA343-D0B8-4F94-BC7C-DD060473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uncertainty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ADEB1-CEC7-4E0F-B054-5DB6215C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7250D-153E-41A7-8333-628FCD4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804B7-EF5E-4EE6-8BB6-B9A5E2C3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1990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command hallucination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D9B50-D894-4F80-9D69-7E09B9A5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2217F-37DB-4D7A-AAD5-FC89CD0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415923-0263-4109-93F9-983DA8C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413E-9554-4159-93EB-A4EBDE0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1990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evidence coverage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740ADA-C47D-4E54-B911-FA596C47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33850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D01FC5-37B0-4AB8-B412-EF19A9F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8F7299-27CC-49EE-B425-DD08F1FE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0115E1-CC54-455E-80A3-0C99D9A2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1990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A19E6-C166-4DA2-8428-D8AECD7A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宁可不确定，也不编造</a:t>
            </a:r>
          </a:p>
        </p:txBody>
      </p:sp>
    </p:spTree>
    <p:extLst>
      <p:ext uri="{BB962C8B-B14F-4D97-AF65-F5344CB8AC3E}">
        <p14:creationId xmlns:p14="http://schemas.microsoft.com/office/powerpoint/2010/main" val="17016676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5062D60-EE90-4E13-9D2A-E3A2207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D683FFC-E3CF-47D1-9CE8-85E99032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D81FCA-AF70-4E9A-BF54-01ED8F2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ITERATION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57977-217F-42D3-A44C-99DA820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基于压力测试的工程迭代路线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D07C8A3-8751-4884-99BA-F5C1EAF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22852-B351-43CE-8134-9ACA7BD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493"/>
                </a:solidFill>
                <a:latin typeface="Microsoft YaHei"/>
                <a:ea typeface="Microsoft YaHei"/>
                <a:cs typeface="Microsoft YaHei"/>
              </a:rPr>
              <a:t>RepoMentor · 系统设计依据 / 架构亮点 / 工程迭代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FF390-CCAF-45C7-AFB0-C6653B19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B3267-F323-4FC4-8DA4-43992C3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C06F1-B755-4717-B764-14B05108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478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DF9D4-583A-43A2-B7F6-66F1C502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QA 成功率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F95A1-7F49-4610-8CB3-F3DE710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230D8-905B-45C1-A6DA-BBC8FAE5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478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55D30-9954-4322-AB5B-B9EEAE35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526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command hallucination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635CF-C42D-48EB-8531-B3005CA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84821-B6F7-4DCB-B449-A0A8F08D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478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3/3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37A59-DAC5-4932-97D8-C3BB8783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Issue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02519-60F6-4020-8819-078C968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12B1A-061A-49E7-A904-B48B11A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478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40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0ED46-A73B-4020-A62D-B6DD7FA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526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backend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76077-E19C-4E97-B35E-FBDE5918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9E3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8E4C6-CE26-48C3-88A4-BC4A74A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B7F5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77389-96FA-4D3E-949A-5E8E4678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frontend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70C7F-13B5-4485-9772-6A1152A4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479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B8F4E-5C19-4CF9-B7C7-1E6C1A5E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241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56693-F2E5-430F-9C2E-A96DEBDD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289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evidence 覆盖率 | FAIL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EF1BE-7357-4ECF-9123-7FF9A47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B916D-F80F-4FD6-8616-5D6F1F7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241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ABF5F-E5EB-453E-85F0-FDFB2568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289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SelfCheck 通过率 | 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1A47D-8781-4335-A3E0-DEB2355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866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工程结论：链路稳定，但 evidence 注入不足；下一阶段优先修 EvidenceBuilder。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D45C3-A768-4F7E-A5C5-F364C97D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04ACE6-85D2-425D-9700-145CCDA6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3085E-FA11-4CCA-B723-684EAD0A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4481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CF977-0EC0-45EB-BD07-115FD01C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33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CE6C3-6DFF-4E53-8E9F-C6441F82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57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压力测试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E45141-8E29-41D7-8EDB-F41344B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481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E42F86-D5E6-4FBE-9C85-82776A1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C2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11972-3251-4A04-92A9-53D54F6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EvidenceBuilder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2DFFE1-2F45-45F9-9F57-4351CDEC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481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853031-37E6-43D7-A650-DE8C138E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563F58-01F3-458F-8AF4-D61D2BBF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457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DeepSeek 小仓库验收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712B02-212A-443A-8056-F7092C0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481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87558A-1FD5-4C78-AC79-86557EC0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7D869B-DD6E-4F2C-AB7D-76590FE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LangGraph 状态图升级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F1263E-1D4B-4C44-9218-D356E84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481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AA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2586AB-F6D4-4037-8370-98A4906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33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E84C61-0BF1-44BE-AD33-F556A27B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457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89"/>
                </a:solidFill>
                <a:latin typeface="Microsoft YaHei"/>
                <a:ea typeface="Microsoft YaHei"/>
                <a:cs typeface="Microsoft YaHei"/>
              </a:rPr>
              <a:t>在线部署</a:t>
            </a:r>
          </a:p>
        </p:txBody>
      </p:sp>
    </p:spTree>
    <p:extLst>
      <p:ext uri="{BB962C8B-B14F-4D97-AF65-F5344CB8AC3E}">
        <p14:creationId xmlns:p14="http://schemas.microsoft.com/office/powerpoint/2010/main" val="254363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2026-06-09T13:59:21.0410000Z</dcterms:created>
  <dcterms:modified xsi:type="dcterms:W3CDTF">2026-06-09T13:59:21.0420000Z</dcterms:modified>
</coreProperties>
</file>